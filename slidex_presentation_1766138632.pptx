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2700000">
            <a:off x="3200400" y="5669280"/>
            <a:ext cx="1371600" cy="109728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5603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u="none">
                <a:solidFill>
                  <a:srgbClr val="0E7490"/>
                </a:solidFill>
                <a:latin typeface="Segoe UI"/>
              </a:defRPr>
            </a:pPr>
            <a:r>
              <a:t>An Operating System (OS) is system software that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6464"/>
                </a:solidFill>
                <a:latin typeface="Segoe UI"/>
              </a:defRPr>
            </a:pPr>
            <a:r>
              <a:t>Generated by SlideX AI</a:t>
            </a:r>
          </a:p>
          <a:p>
            <a:r>
              <a:t>December 19,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E7490"/>
                </a:solidFill>
                <a:latin typeface="Segoe UI"/>
              </a:defRPr>
            </a:pPr>
            <a:r>
              <a:t>Examples of operating systems include Windows, Linux, macOS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Examples of operating systems include Windows, Linux, macOS, Android, and iOS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main goal of an operating system is to make the computer system convenient, efficient, and relia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It ensures maximum CPU utilization, fast response time, fair resource allocation, and secure executi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also prevents misuse of system resources and ensures that multiple users or processes do not 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One of the most important functions of an operating system is process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E7490"/>
                </a:solidFill>
                <a:latin typeface="Segoe UI"/>
              </a:defRPr>
            </a:pPr>
            <a:r>
              <a:t>The OS also prevents misuse of system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also prevents misuse of system resources and ensures that multiple users or processes do not 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One of the most important functions of an operating system is process management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A process is a program in execution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creates, schedules, executes, and terminates processes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It uses scheduling algorithms such as FCFS, SJF, Priority Scheduling, and Round Robin to decide whic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E7490"/>
                </a:solidFill>
                <a:latin typeface="Segoe UI"/>
              </a:defRPr>
            </a:pPr>
            <a:r>
              <a:t>The OS creates, schedules, executes, and terminates processe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creates, schedules, executes, and terminates processes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It uses scheduling algorithms such as FCFS, SJF, Priority Scheduling, and Round Robin to decide whic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Through multitasking and multiprocessing, the OS allows multiple processes to run seemingly at the 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Memory management is another critical responsibility of the operating system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keeps track of which part of memory is used by which process and ensures that processes do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E7490"/>
                </a:solidFill>
                <a:latin typeface="Segoe UI"/>
              </a:defRPr>
            </a:pPr>
            <a:r>
              <a:t>An Operating System (OS) is system software that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Memory management is another critical responsibility of the operating system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keeps track of which part of memory is used by which process and ensures that processes do no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Techniques like paging, segmentation, and virtual memory are used to manage limited physical memory 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Virtual memory allows the system to run large programs even when RAM is insufficient by using disk 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operating system also performs file system management, which involves organizing, storing, retri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E7490"/>
                </a:solidFill>
                <a:latin typeface="Segoe UI"/>
              </a:defRPr>
            </a:pPr>
            <a:r>
              <a:t>An Operating System (OS) is system software that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Virtual memory allows the system to run large programs even when RAM is insufficient by using disk 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operating system also performs file system management, which involves organizing, storing, retri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It maintains file names, directories, access permissions, and file metadata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ensures data integrity and provides operations such as create, read, write, delete, and modif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Common file systems include NTFS, FAT32, ext4, and APFS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E7490"/>
                </a:solidFill>
                <a:latin typeface="Segoe UI"/>
              </a:defRPr>
            </a:pPr>
            <a:r>
              <a:t>An Operating System (OS) is system software that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ensures data integrity and provides operations such as create, read, write, delete, and modif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Common file systems include NTFS, FAT32, ext4, and APFS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Device management is handled by the operating system through device drivers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 OS acts as a mediator between hardware devices and user programs, ensuring proper communication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It manages I/O devices like keyboard, mouse, printer, and disk using buffering, caching, and spoolin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274320" cy="640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 u="none">
                <a:solidFill>
                  <a:srgbClr val="0E7490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400800" cy="3749039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560320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514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Covered topics include: An Operating System (OS) is system software that, Examples of operating systems include Windows,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3474720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429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Summary of key concepts and main topics discussed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4389120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43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Important insights and findings from the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5303520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257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Key takeaways for the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035040"/>
            <a:ext cx="5486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1">
                <a:solidFill>
                  <a:srgbClr val="0E7490"/>
                </a:solidFill>
                <a:latin typeface="Segoe UI"/>
              </a:defRPr>
            </a:pPr>
            <a:r>
              <a:t>Thank You! 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