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2700000">
            <a:off x="3200400" y="5669280"/>
            <a:ext cx="1371600" cy="109728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5603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u="none">
                <a:solidFill>
                  <a:srgbClr val="1E3A8A"/>
                </a:solidFill>
                <a:latin typeface="Segoe UI"/>
              </a:defRPr>
            </a:pPr>
            <a:r>
              <a:t>College Project: Sem 1: Python Project -&gt;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6464"/>
                </a:solidFill>
                <a:latin typeface="Segoe UI"/>
              </a:defRPr>
            </a:pPr>
            <a:r>
              <a:t>Generated by SlideX AI</a:t>
            </a:r>
          </a:p>
          <a:p>
            <a:r>
              <a:t>December 16,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1E3A8A"/>
                </a:solidFill>
                <a:latin typeface="Segoe UI"/>
              </a:defRPr>
            </a:pPr>
            <a:r>
              <a:t>app/) FED/BED -&gt;(https://intelli-chat-lilac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FED/BED -&gt;(https://intelli-chat-lilac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IntelliChat (WhatsApp clon + Chat Analysis Pro) Mern stack or python Extra Project Personal(fo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1E3A8A"/>
                </a:solidFill>
                <a:latin typeface="Segoe UI"/>
              </a:defRPr>
            </a:pPr>
            <a:r>
              <a:t>app/) HackIndia2025(AI &amp; Web3) Project : JobShield (http://v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HackIndia2025(AI &amp; Web3) Project : JobShield (http://v0-jobshield2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app) -&gt; react, nodejs, metamask Summer Vacation: Sem 5: Pbl -&gt; Savion (Smart finical advisers) Mern 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FED/BED -&gt;(https://intelli-chat-lilac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IntelliChat (WhatsApp clon + Chat Analysis Pro) Mern stack or python Extra Project Personal(fo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1E3A8A"/>
                </a:solidFill>
                <a:latin typeface="Segoe UI"/>
              </a:defRPr>
            </a:pPr>
            <a:r>
              <a:t>College Project: Sem 1: Python Project -&gt; Using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app/) IntelliChat (WhatsApp clon + Chat Analysis Pro) Mern stack or python Extra Project Personal(fo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274320" cy="640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u="none">
                <a:solidFill>
                  <a:srgbClr val="1E3A8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400800" cy="3749039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5603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Covered topics include: College Project: Sem 1: Python Project -&gt; Using, app/) FED/BED -&gt;(https://intelli-chat-lilac, ap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34747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Summary of key concepts and main topics discussed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43891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43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Important insights and findings from the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53035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Key takeaways for the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035040"/>
            <a:ext cx="5486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1">
                <a:solidFill>
                  <a:srgbClr val="1E3A8A"/>
                </a:solidFill>
                <a:latin typeface="Segoe UI"/>
              </a:defRPr>
            </a:pPr>
            <a:r>
              <a:t>Thank You! 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