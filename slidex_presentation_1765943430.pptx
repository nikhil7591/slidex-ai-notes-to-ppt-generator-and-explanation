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2700000">
            <a:off x="3200400" y="5669280"/>
            <a:ext cx="1371600" cy="1097280"/>
          </a:xfrm>
          <a:prstGeom prst="rtTriangl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5603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u="none">
                <a:solidFill>
                  <a:srgbClr val="065F46"/>
                </a:solidFill>
                <a:latin typeface="Segoe UI"/>
              </a:defRPr>
            </a:pPr>
            <a:r>
              <a:t>🤖 ARTIFICIAL INTELLIGENCE (AI) – COMPLETE NOTES 1️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6464"/>
                </a:solidFill>
                <a:latin typeface="Segoe UI"/>
              </a:defRPr>
            </a:pPr>
            <a:r>
              <a:t>Generated by SlideX AI</a:t>
            </a:r>
          </a:p>
          <a:p>
            <a:r>
              <a:t>December 17,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65F46"/>
                </a:solidFill>
                <a:latin typeface="Segoe UI"/>
              </a:defRPr>
            </a:pPr>
            <a:r>
              <a:t>Examples: Google Maps → best route suggest karta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Examples: Google Maps → best route suggest karta hai Netflix → movies recommend karta hai ChatGPT → 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(Why not traditional programming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) Traditional Programming: Rules + Data → Output Problem: Rules har case ke liye likhna impossible C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3️⃣ Types of AI (Based on Capability) 🔹 1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Narrow AI (Weak AI) Sirf ek kaam me expert Aaj ke saare AI systems isi type ke hain Examples: Siri,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65F46"/>
                </a:solidFill>
                <a:latin typeface="Segoe UI"/>
              </a:defRPr>
            </a:pPr>
            <a:r>
              <a:t>3️⃣ Types of AI (Based on Capability)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3️⃣ Types of AI (Based on Capability) 🔹 1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Narrow AI (Weak AI) Sirf ek kaam me expert Aaj ke saare AI systems isi type ke hain Examples: Siri, 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General AI (Strong AI) Human jaisi intelligence (abhi exist nahi karta) Har task me human ke barabar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Super AI Human se bhi zyada intelligent Future concept (dangerous bhi ho sakta hai) 4️⃣ Types of AI 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Data AI ka petrol Jitna acha data, utna acha AI 🧠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65F46"/>
                </a:solidFill>
                <a:latin typeface="Segoe UI"/>
              </a:defRPr>
            </a:pPr>
            <a:r>
              <a:t>Super AI Human se bhi zyada intelligent Future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Super AI Human se bhi zyada intelligent Future concept (dangerous bhi ho sakta hai) 4️⃣ Types of AI 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Data AI ka petrol Jitna acha data, utna acha AI 🧠 2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Algorithm Seekhne ka tareeka (logic) 🧠 3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Model Trained brain jo prediction karta hai 🧠 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Computing Power GPU / TPU (fast calculation ke liye) 6️⃣ Machine Learning (ML) What is Machine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65F46"/>
                </a:solidFill>
                <a:latin typeface="Segoe UI"/>
              </a:defRPr>
            </a:pPr>
            <a:r>
              <a:t>🤖 ARTIFICIAL INTELLIGENCE (AI) – COMPLETE NOTES 1️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Model Trained brain jo prediction karta hai 🧠 4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Computing Power GPU / TPU (fast calculation ke liye) 6️⃣ Machine Learning (ML) What is Machine Learn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Machine Learning AI ka subset hai jisme system data se khud seekhta hai bina explicitly program kiye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Types of Machine Learning 🔹 1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Supervised Learning Data ke saath labels hote hain Examples: Email spam / not spam Salary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65F46"/>
                </a:solidFill>
                <a:latin typeface="Segoe UI"/>
              </a:defRPr>
            </a:pPr>
            <a:r>
              <a:t>🤖 ARTIFICIAL INTELLIGENCE (AI) – COMPLETE NOTES 1️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Types of Machine Learning 🔹 1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Supervised Learning Data ke saath labels hote hain Examples: Email spam / not spam Salary prediction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Unsupervised Learning Labels nahi hote Hidden patterns find karta hai Examples: Customer segmentatio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Reinforcement Learning Reward &amp; punishment system Agent environment se interact karta hai Examples: 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Deep Learning ML ka subset hai jo Neural Networks use karta 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274320" cy="640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 u="none">
                <a:solidFill>
                  <a:srgbClr val="065F4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400800" cy="3749039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5603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514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Covered topics include: 🤖 ARTIFICIAL INTELLIGENCE (AI) – COMPLETE NOTES 1️, Examples: Google Maps → best route suggest k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34747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4290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Summary of key concepts and main topics discussed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43891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343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Important insights and findings from the presentation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53035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257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Key takeaways for the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035040"/>
            <a:ext cx="5486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1">
                <a:solidFill>
                  <a:srgbClr val="065F46"/>
                </a:solidFill>
                <a:latin typeface="Segoe UI"/>
              </a:defRPr>
            </a:pPr>
            <a:r>
              <a:t>Thank You! 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