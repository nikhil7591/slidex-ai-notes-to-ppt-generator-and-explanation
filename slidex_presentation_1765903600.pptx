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2700000">
            <a:off x="3200400" y="5669280"/>
            <a:ext cx="1371600" cy="1097280"/>
          </a:xfrm>
          <a:prstGeom prst="rtTriangl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256032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4800"/>
            </a:pPr>
            <a:r>
              <a:t>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28600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u="none">
                <a:solidFill>
                  <a:srgbClr val="000000"/>
                </a:solidFill>
                <a:latin typeface="Segoe UI"/>
              </a:defRPr>
            </a:pPr>
            <a:r>
              <a:t>Generative AI – Project-Oriented Notes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21792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646464"/>
                </a:solidFill>
                <a:latin typeface="Segoe UI"/>
              </a:defRPr>
            </a:pPr>
            <a:r>
              <a:t>Generated by SlideX AI</a:t>
            </a:r>
          </a:p>
          <a:p>
            <a:r>
              <a:t>December 16,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969696"/>
                </a:solidFill>
                <a:latin typeface="Segoe UI"/>
              </a:defRPr>
            </a:pPr>
            <a:r>
              <a:t>SlideX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82880" cy="64922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0" y="457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u="none">
                <a:solidFill>
                  <a:srgbClr val="000000"/>
                </a:solidFill>
                <a:latin typeface="Segoe UI"/>
              </a:defRPr>
            </a:pPr>
            <a:r>
              <a:t>Unlike traditional AI, which focuses on prediction 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8229600" cy="4389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103120"/>
            <a:ext cx="137160" cy="13716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Unlike traditional AI, which focuses on prediction or classification, Generative AI focuses on conte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137160" cy="13716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974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How Generative AI Works (Core Idea) Generative AI models are trained on massive amounts of data and 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474720"/>
            <a:ext cx="137160" cy="13716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832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When given an input prompt, the model predicts the next most likely tokens and continues generating 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160520"/>
            <a:ext cx="137160" cy="13716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In SlideX, this mechanism is used to convert raw notes into structured slides and explanations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846320"/>
            <a:ext cx="137160" cy="13716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5488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Large Language Models (LLMs) LLMs like GPT are a major part of Generative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969696"/>
                </a:solidFill>
                <a:latin typeface="Segoe UI"/>
              </a:defRPr>
            </a:pPr>
            <a:r>
              <a:t>SlideX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82880" cy="64922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0" y="457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u="none">
                <a:solidFill>
                  <a:srgbClr val="000000"/>
                </a:solidFill>
                <a:latin typeface="Segoe UI"/>
              </a:defRPr>
            </a:pPr>
            <a:r>
              <a:t>In SlideX, this mechanism is used to convert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8229600" cy="4389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103120"/>
            <a:ext cx="137160" cy="13716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In SlideX, this mechanism is used to convert raw notes into structured slides and explanations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137160" cy="13716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974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Large Language Models (LLMs) LLMs like GPT are a major part of Generative AI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474720"/>
            <a:ext cx="137160" cy="13716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832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They understand: Context Semantics Structure of language In your project, the LLM: Understands user 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160520"/>
            <a:ext cx="137160" cy="13716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Prompt Engineering (Very Important for SlideX) Prompt engineering means designing instructions that 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846320"/>
            <a:ext cx="137160" cy="13716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5488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In SlideX: Prompts control number of slides Prompts enforce template style (Modern / Academic) Promp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969696"/>
                </a:solidFill>
                <a:latin typeface="Segoe UI"/>
              </a:defRPr>
            </a:pPr>
            <a:r>
              <a:t>SlideX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182880" cy="64922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0" y="457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u="none">
                <a:solidFill>
                  <a:srgbClr val="000000"/>
                </a:solidFill>
                <a:latin typeface="Segoe UI"/>
              </a:defRPr>
            </a:pPr>
            <a:r>
              <a:t>Generative AI – Project-Oriented Notes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8229600" cy="43891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103120"/>
            <a:ext cx="137160" cy="13716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Prompt Engineering (Very Important for SlideX) Prompt engineering means designing instructions that 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137160" cy="13716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974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In SlideX: Prompts control number of slides Prompts enforce template style (Modern / Academic) Promp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474720"/>
            <a:ext cx="137160" cy="13716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383279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Outline-First Generation Strategy To improve accuracy and speed, SlideX uses an outline-first approa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160520"/>
            <a:ext cx="137160" cy="13716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Generative AI in Text-to-PPT Conversion Generative AI converts unstructured text into: Logical secti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846320"/>
            <a:ext cx="137160" cy="13716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5488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Voice-to-Slides (Speech → PPT) Generative AI can also work with voice input: Speech is converted to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969696"/>
                </a:solidFill>
                <a:latin typeface="Segoe UI"/>
              </a:defRPr>
            </a:pPr>
            <a:r>
              <a:t>SlideX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274320" cy="64008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400" b="1" u="none">
                <a:solidFill>
                  <a:srgbClr val="000000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6400800" cy="3749039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45920" y="2560320"/>
            <a:ext cx="182880" cy="18288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25146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Covered topics include: Generative AI – Project-Oriented Notes 1, Unlike traditional AI, which focuses on prediction or,</a:t>
            </a:r>
          </a:p>
        </p:txBody>
      </p:sp>
      <p:sp>
        <p:nvSpPr>
          <p:cNvPr id="8" name="Oval 7"/>
          <p:cNvSpPr/>
          <p:nvPr/>
        </p:nvSpPr>
        <p:spPr>
          <a:xfrm>
            <a:off x="1645920" y="3474720"/>
            <a:ext cx="182880" cy="18288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4290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Summary of key concepts and main topics discussed</a:t>
            </a:r>
          </a:p>
        </p:txBody>
      </p:sp>
      <p:sp>
        <p:nvSpPr>
          <p:cNvPr id="10" name="Oval 9"/>
          <p:cNvSpPr/>
          <p:nvPr/>
        </p:nvSpPr>
        <p:spPr>
          <a:xfrm>
            <a:off x="1645920" y="4389120"/>
            <a:ext cx="182880" cy="18288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43434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Important insights and findings from the presentation</a:t>
            </a:r>
          </a:p>
        </p:txBody>
      </p:sp>
      <p:sp>
        <p:nvSpPr>
          <p:cNvPr id="12" name="Oval 11"/>
          <p:cNvSpPr/>
          <p:nvPr/>
        </p:nvSpPr>
        <p:spPr>
          <a:xfrm>
            <a:off x="1645920" y="5303520"/>
            <a:ext cx="182880" cy="18288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52578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600" u="none">
                <a:solidFill>
                  <a:srgbClr val="3C3C3C"/>
                </a:solidFill>
                <a:latin typeface="Segoe UI"/>
              </a:defRPr>
            </a:pPr>
            <a:r>
              <a:t>Key takeaways for the audience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6035040"/>
            <a:ext cx="54864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2400" b="1" i="1">
                <a:solidFill>
                  <a:srgbClr val="000000"/>
                </a:solidFill>
                <a:latin typeface="Segoe UI"/>
              </a:defRPr>
            </a:pPr>
            <a:r>
              <a:t>Thank You! 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i="1">
                <a:solidFill>
                  <a:srgbClr val="969696"/>
                </a:solidFill>
                <a:latin typeface="Segoe UI"/>
              </a:defRPr>
            </a:pPr>
            <a:r>
              <a:t>SlideX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